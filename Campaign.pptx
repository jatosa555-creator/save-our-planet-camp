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2" r:id="rId3"/>
    <p:sldId id="258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60122-A578-4C0A-9C93-461CF54D1F41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9E9D4-2169-41DA-A508-7D123AB98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2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1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8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835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044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47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84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93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86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55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38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1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9D65B-CAA3-4AF9-8071-C9BEA3BF435A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F805C-1837-4B91-92D0-3D3C00EE8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0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8" b="11770"/>
          <a:stretch/>
        </p:blipFill>
        <p:spPr>
          <a:xfrm>
            <a:off x="1377244" y="1746519"/>
            <a:ext cx="9455070" cy="497136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48500" y="124178"/>
            <a:ext cx="6160911" cy="1325563"/>
          </a:xfrm>
        </p:spPr>
        <p:txBody>
          <a:bodyPr>
            <a:noAutofit/>
          </a:bodyPr>
          <a:lstStyle/>
          <a:p>
            <a:r>
              <a:rPr lang="en-US" sz="4800" b="1" dirty="0" smtClean="0"/>
              <a:t>“</a:t>
            </a:r>
            <a:r>
              <a:rPr lang="th-TH" sz="4800" b="1" dirty="0" smtClean="0">
                <a:solidFill>
                  <a:srgbClr val="FF0000"/>
                </a:solidFill>
              </a:rPr>
              <a:t>ชีวิต</a:t>
            </a:r>
            <a:r>
              <a:rPr lang="en-US" sz="4800" b="1" dirty="0" smtClean="0">
                <a:solidFill>
                  <a:srgbClr val="FF0000"/>
                </a:solidFill>
              </a:rPr>
              <a:t>..</a:t>
            </a:r>
            <a:r>
              <a:rPr lang="th-TH" sz="4800" b="1" dirty="0" smtClean="0"/>
              <a:t>ของขวด </a:t>
            </a:r>
            <a:r>
              <a:rPr lang="en-US" sz="4800" b="1" dirty="0" smtClean="0"/>
              <a:t>VS </a:t>
            </a:r>
            <a:r>
              <a:rPr lang="th-TH" sz="4800" b="1" dirty="0" smtClean="0"/>
              <a:t>ผลกระทบ</a:t>
            </a:r>
            <a:r>
              <a:rPr lang="en-US" sz="4800" b="1" dirty="0" smtClean="0"/>
              <a:t>”</a:t>
            </a:r>
            <a:endParaRPr lang="en-US" sz="4800" b="1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010070" y="786959"/>
            <a:ext cx="290344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4800" b="1" dirty="0" smtClean="0"/>
              <a:t>ที่มาและที่ไป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508009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48" b="11770"/>
          <a:stretch/>
        </p:blipFill>
        <p:spPr>
          <a:xfrm>
            <a:off x="304800" y="112889"/>
            <a:ext cx="11163613" cy="58696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746290"/>
            <a:ext cx="11163613" cy="396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490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7379" y="583514"/>
            <a:ext cx="640079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3600" b="1" dirty="0">
                <a:solidFill>
                  <a:srgbClr val="FF0000"/>
                </a:solidFill>
              </a:rPr>
              <a:t>ความหมายของ “</a:t>
            </a:r>
            <a:r>
              <a:rPr lang="en-US" sz="3600" b="1" dirty="0">
                <a:solidFill>
                  <a:srgbClr val="FF0000"/>
                </a:solidFill>
              </a:rPr>
              <a:t>Campaign</a:t>
            </a:r>
            <a:r>
              <a:rPr lang="en-US" sz="3600" b="1" dirty="0" smtClean="0">
                <a:solidFill>
                  <a:srgbClr val="FF0000"/>
                </a:solidFill>
              </a:rPr>
              <a:t>”</a:t>
            </a:r>
            <a:endParaRPr lang="th-TH" sz="3600" b="1" dirty="0" smtClean="0">
              <a:solidFill>
                <a:srgbClr val="FF0000"/>
              </a:solidFill>
            </a:endParaRPr>
          </a:p>
          <a:p>
            <a:endParaRPr lang="th-TH" sz="28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Learning Campaign (</a:t>
            </a:r>
            <a:r>
              <a:rPr lang="th-TH" sz="2400" b="1" dirty="0"/>
              <a:t>แคมเปญการเรียนรู้)</a:t>
            </a:r>
            <a:r>
              <a:rPr lang="th-TH" sz="2400" dirty="0"/>
              <a:t/>
            </a:r>
            <a:br>
              <a:rPr lang="th-TH" sz="2400" dirty="0"/>
            </a:br>
            <a:r>
              <a:rPr lang="th-TH" sz="2400" dirty="0"/>
              <a:t>ใช้โครงงาน/กิจกรรมวิทยาศาสตร์เป็นจุดเริ่มต้น → เชื่อมกับ </a:t>
            </a:r>
            <a:r>
              <a:rPr lang="en-US" sz="2400" dirty="0"/>
              <a:t>Eco-6 Literacies → </a:t>
            </a:r>
            <a:r>
              <a:rPr lang="th-TH" sz="2400" dirty="0"/>
              <a:t>ขยายผลด้วยการสื่อสาร/การ</a:t>
            </a:r>
            <a:r>
              <a:rPr lang="th-TH" sz="2400" dirty="0" smtClean="0"/>
              <a:t>รณรงค์</a:t>
            </a:r>
          </a:p>
          <a:p>
            <a:pPr>
              <a:buFont typeface="Arial" panose="020B0604020202020204" pitchFamily="34" charset="0"/>
              <a:buChar char="•"/>
            </a:pPr>
            <a:endParaRPr lang="th-TH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Behavior Change Campaign (</a:t>
            </a:r>
            <a:r>
              <a:rPr lang="th-TH" sz="2400" b="1" dirty="0"/>
              <a:t>แคมเปญเปลี่ยนพฤติกรรม)</a:t>
            </a:r>
            <a:r>
              <a:rPr lang="th-TH" sz="2400" dirty="0"/>
              <a:t/>
            </a:r>
            <a:br>
              <a:rPr lang="th-TH" sz="2400" dirty="0"/>
            </a:br>
            <a:r>
              <a:rPr lang="th-TH" sz="2400" dirty="0"/>
              <a:t>กระตุ้นให้นักเรียน ครู และโรงเรียนเปลี่ยนพฤติกรรมจริง เช่น ลดใช้ไฟฟ้า แยกขยะ ใช้พลังงาน</a:t>
            </a:r>
            <a:r>
              <a:rPr lang="th-TH" sz="2400" dirty="0" smtClean="0"/>
              <a:t>สะอาด</a:t>
            </a:r>
          </a:p>
          <a:p>
            <a:pPr>
              <a:buFont typeface="Arial" panose="020B0604020202020204" pitchFamily="34" charset="0"/>
              <a:buChar char="•"/>
            </a:pPr>
            <a:endParaRPr lang="th-TH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Awareness-to-Action Campaign (</a:t>
            </a:r>
            <a:r>
              <a:rPr lang="th-TH" sz="2400" b="1" dirty="0"/>
              <a:t>แคมเปญจากความรู้สู่การลงมือทำ)</a:t>
            </a:r>
            <a:r>
              <a:rPr lang="th-TH" sz="2400" dirty="0"/>
              <a:t/>
            </a:r>
            <a:br>
              <a:rPr lang="th-TH" sz="2400" dirty="0"/>
            </a:br>
            <a:r>
              <a:rPr lang="th-TH" sz="2400" dirty="0"/>
              <a:t>เริ่มจากเรียนรู้ในชั้นเรียน → ลงมือทำโครงการ → เผยแพร่ผลสู่สังคม/ชุมชน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19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49" y="0"/>
            <a:ext cx="105161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259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625"/>
            <a:ext cx="1219200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3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8" y="548183"/>
            <a:ext cx="11589014" cy="588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7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78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670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44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7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21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46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900" y="0"/>
            <a:ext cx="5664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1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24</Words>
  <Application>Microsoft Office PowerPoint</Application>
  <PresentationFormat>Widescreen</PresentationFormat>
  <Paragraphs>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Angsana New</vt:lpstr>
      <vt:lpstr>Arial</vt:lpstr>
      <vt:lpstr>Calibri</vt:lpstr>
      <vt:lpstr>Calibri Light</vt:lpstr>
      <vt:lpstr>Cordia New</vt:lpstr>
      <vt:lpstr>Office Theme</vt:lpstr>
      <vt:lpstr>“ชีวิต..ของขวด VS ผลกระทบ”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Prapawarin Noopan</dc:creator>
  <cp:lastModifiedBy>Chanon Phajunda</cp:lastModifiedBy>
  <cp:revision>40</cp:revision>
  <dcterms:created xsi:type="dcterms:W3CDTF">2025-09-09T03:50:27Z</dcterms:created>
  <dcterms:modified xsi:type="dcterms:W3CDTF">2026-09-11T09:18:02Z</dcterms:modified>
</cp:coreProperties>
</file>