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58" r:id="rId4"/>
    <p:sldId id="264" r:id="rId5"/>
    <p:sldId id="265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70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79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50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0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3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32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4846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1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959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228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B545C5-9684-436B-BE97-369247E57DF1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D3C0F-0E29-4915-8BB5-94D9E96AE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614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02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094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77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99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74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Chanon Phajunda</dc:creator>
  <cp:lastModifiedBy>Chanon Phajunda</cp:lastModifiedBy>
  <cp:revision>2</cp:revision>
  <dcterms:created xsi:type="dcterms:W3CDTF">2026-09-14T12:46:45Z</dcterms:created>
  <dcterms:modified xsi:type="dcterms:W3CDTF">2026-09-14T12:50:51Z</dcterms:modified>
</cp:coreProperties>
</file>